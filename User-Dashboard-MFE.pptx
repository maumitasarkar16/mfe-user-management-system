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5D5F3-DDCE-1FDF-5ABF-2B603269BE8E}" v="347" dt="2025-11-10T06:01:18.194"/>
    <p1510:client id="{FBBF9802-8D48-4786-8A1E-466268931D3E}" v="339" dt="2025-11-09T11:59:58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.1:5001" TargetMode="External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127.0.0.1:5001/" TargetMode="External"/><Relationship Id="rId5" Type="http://schemas.openxmlformats.org/officeDocument/2006/relationships/hyperlink" Target="http://192.168.1.1:5001/" TargetMode="External"/><Relationship Id="rId4" Type="http://schemas.openxmlformats.org/officeDocument/2006/relationships/hyperlink" Target="http://127.0.0.1:500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04A2DE-4EA0-7B9B-D368-F40A9A2FCF63}"/>
              </a:ext>
            </a:extLst>
          </p:cNvPr>
          <p:cNvSpPr/>
          <p:nvPr/>
        </p:nvSpPr>
        <p:spPr>
          <a:xfrm>
            <a:off x="453197" y="582259"/>
            <a:ext cx="11305436" cy="59272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B74274-0CB7-975C-B37F-326867C1E053}"/>
              </a:ext>
            </a:extLst>
          </p:cNvPr>
          <p:cNvSpPr/>
          <p:nvPr/>
        </p:nvSpPr>
        <p:spPr>
          <a:xfrm>
            <a:off x="1007926" y="3433127"/>
            <a:ext cx="3175407" cy="15288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dashboard-shell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D3A293-2951-1CBD-AF58-1B8A13349B05}"/>
              </a:ext>
            </a:extLst>
          </p:cNvPr>
          <p:cNvSpPr/>
          <p:nvPr/>
        </p:nvSpPr>
        <p:spPr>
          <a:xfrm>
            <a:off x="4515367" y="3433127"/>
            <a:ext cx="3175407" cy="15288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user-list-micro-frontend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2AF48C-4501-E91C-09BA-91CDA9B22749}"/>
              </a:ext>
            </a:extLst>
          </p:cNvPr>
          <p:cNvSpPr/>
          <p:nvPr/>
        </p:nvSpPr>
        <p:spPr>
          <a:xfrm>
            <a:off x="8000396" y="3433126"/>
            <a:ext cx="3175407" cy="15288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user-details-micro-frontend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85395-E4ED-863E-AAC4-E4154545D19A}"/>
              </a:ext>
            </a:extLst>
          </p:cNvPr>
          <p:cNvSpPr txBox="1"/>
          <p:nvPr/>
        </p:nvSpPr>
        <p:spPr>
          <a:xfrm>
            <a:off x="2026210" y="1064094"/>
            <a:ext cx="91417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dirty="0">
                <a:ea typeface="+mn-lt"/>
                <a:cs typeface="+mn-lt"/>
              </a:rPr>
              <a:t>user-dashboard-take-home-assignment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97FAE-0DF8-3D9E-AAEA-97AF8826D753}"/>
              </a:ext>
            </a:extLst>
          </p:cNvPr>
          <p:cNvSpPr txBox="1"/>
          <p:nvPr/>
        </p:nvSpPr>
        <p:spPr>
          <a:xfrm>
            <a:off x="1226356" y="4973062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-  Vite config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Loads MFE runtime  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Registers MFEs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Handles global routing </a:t>
            </a:r>
          </a:p>
          <a:p>
            <a:pPr marL="285750" indent="-285750">
              <a:buFont typeface="Calibri"/>
              <a:buChar char="-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2BF5F1-0573-740C-FB4B-9BAE4AE64AA4}"/>
              </a:ext>
            </a:extLst>
          </p:cNvPr>
          <p:cNvSpPr txBox="1"/>
          <p:nvPr/>
        </p:nvSpPr>
        <p:spPr>
          <a:xfrm>
            <a:off x="4978658" y="4939476"/>
            <a:ext cx="272214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Route path="/users"</a:t>
            </a:r>
            <a:endParaRPr lang="en-US" dirty="0"/>
          </a:p>
          <a:p>
            <a:pPr algn="l"/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 err="1"/>
              <a:t>VIte</a:t>
            </a:r>
            <a:r>
              <a:rPr lang="en-US" dirty="0"/>
              <a:t> Config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Manage internal states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C5AE4-6692-3D15-D7F9-4B50F6646DEF}"/>
              </a:ext>
            </a:extLst>
          </p:cNvPr>
          <p:cNvSpPr txBox="1"/>
          <p:nvPr/>
        </p:nvSpPr>
        <p:spPr>
          <a:xfrm>
            <a:off x="8474893" y="4939477"/>
            <a:ext cx="293505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ptos"/>
              </a:rPr>
              <a:t>Route path="/users/:id"</a:t>
            </a:r>
            <a:endParaRPr lang="en-US" dirty="0"/>
          </a:p>
          <a:p>
            <a:pPr algn="l"/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/>
              <a:t>Vite Config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Manage internal states</a:t>
            </a:r>
          </a:p>
          <a:p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ECA125-CE13-4C76-2649-802F5D1696D5}"/>
              </a:ext>
            </a:extLst>
          </p:cNvPr>
          <p:cNvCxnSpPr/>
          <p:nvPr/>
        </p:nvCxnSpPr>
        <p:spPr>
          <a:xfrm>
            <a:off x="2268148" y="2520165"/>
            <a:ext cx="16808" cy="806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6E7B37-B340-CF3D-69F5-8CB0128C0B70}"/>
              </a:ext>
            </a:extLst>
          </p:cNvPr>
          <p:cNvCxnSpPr/>
          <p:nvPr/>
        </p:nvCxnSpPr>
        <p:spPr>
          <a:xfrm>
            <a:off x="2217744" y="2486562"/>
            <a:ext cx="7493289" cy="1680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1B0793-704D-876A-545C-63A99F14512D}"/>
              </a:ext>
            </a:extLst>
          </p:cNvPr>
          <p:cNvCxnSpPr/>
          <p:nvPr/>
        </p:nvCxnSpPr>
        <p:spPr>
          <a:xfrm>
            <a:off x="9660631" y="2503364"/>
            <a:ext cx="33602" cy="840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40AE48-3127-05E8-11AA-B4B16EBA5052}"/>
              </a:ext>
            </a:extLst>
          </p:cNvPr>
          <p:cNvCxnSpPr/>
          <p:nvPr/>
        </p:nvCxnSpPr>
        <p:spPr>
          <a:xfrm>
            <a:off x="5863583" y="2469761"/>
            <a:ext cx="16808" cy="890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03C0FB-B4B2-EBE2-6008-39F149810A6A}"/>
              </a:ext>
            </a:extLst>
          </p:cNvPr>
          <p:cNvSpPr txBox="1"/>
          <p:nvPr/>
        </p:nvSpPr>
        <p:spPr>
          <a:xfrm>
            <a:off x="3970669" y="2234498"/>
            <a:ext cx="4749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/>
              <a:t>Communicate via Custom Event Handlers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2EF94A25-29FF-CC0D-71E7-7B7A8E1480E4}"/>
              </a:ext>
            </a:extLst>
          </p:cNvPr>
          <p:cNvSpPr/>
          <p:nvPr/>
        </p:nvSpPr>
        <p:spPr>
          <a:xfrm>
            <a:off x="10337994" y="1898508"/>
            <a:ext cx="1260358" cy="104169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err="1"/>
              <a:t>localstorage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C440-E2FC-1293-0226-457D91A5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This repository demonstrates a Micro-Frontend (MFE) architecture using Vite + React 18 + Module Federation. </a:t>
            </a:r>
            <a:b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</a:br>
            <a:b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</a:br>
            <a:r>
              <a:rPr lang="en-US" sz="28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The project includes three micro apps: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C3DC-310F-47CF-D577-CC6B3916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b="1" dirty="0">
                <a:ea typeface="+mn-lt"/>
                <a:cs typeface="+mn-lt"/>
              </a:rPr>
              <a:t>Shell</a:t>
            </a:r>
            <a:r>
              <a:rPr lang="en-US" dirty="0">
                <a:ea typeface="+mn-lt"/>
                <a:cs typeface="+mn-lt"/>
              </a:rPr>
              <a:t>:  Main container with navigation. The main host application.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UserList</a:t>
            </a:r>
            <a:r>
              <a:rPr lang="en-US" b="1" dirty="0">
                <a:ea typeface="+mn-lt"/>
                <a:cs typeface="+mn-lt"/>
              </a:rPr>
              <a:t> MFE</a:t>
            </a:r>
            <a:r>
              <a:rPr lang="en-US" dirty="0">
                <a:ea typeface="+mn-lt"/>
                <a:cs typeface="+mn-lt"/>
              </a:rPr>
              <a:t>:  Displays paginated user list with search.</a:t>
            </a:r>
            <a:endParaRPr lang="en-US" dirty="0"/>
          </a:p>
          <a:p>
            <a:r>
              <a:rPr lang="en-US" b="1" err="1">
                <a:ea typeface="+mn-lt"/>
                <a:cs typeface="+mn-lt"/>
              </a:rPr>
              <a:t>UserDetails</a:t>
            </a:r>
            <a:r>
              <a:rPr lang="en-US" b="1" dirty="0">
                <a:ea typeface="+mn-lt"/>
                <a:cs typeface="+mn-lt"/>
              </a:rPr>
              <a:t> MFE</a:t>
            </a:r>
            <a:r>
              <a:rPr lang="en-US" dirty="0">
                <a:ea typeface="+mn-lt"/>
                <a:cs typeface="+mn-lt"/>
              </a:rPr>
              <a:t>:  Displays selected user details. Shows detailed information of a selected user.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1E5F45-30E2-5DA7-7476-F81F1949F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565"/>
              </p:ext>
            </p:extLst>
          </p:nvPr>
        </p:nvGraphicFramePr>
        <p:xfrm>
          <a:off x="168088" y="4790290"/>
          <a:ext cx="12192000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990799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0038062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362334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69450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 (Local)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9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/shell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Host container (routes + layout)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07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/user-list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Remote micro 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0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/user-details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Remote micro 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57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17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6DAB-F072-E57A-7DF4-492F3E58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dashboard-shell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D025-AF52-C3DA-3DD3-8C0306AA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Hosts the root-level router (e.g. React Router or custom navigation)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Dynamically loads micro-frontends via </a:t>
            </a:r>
            <a:r>
              <a:rPr lang="en-US" b="1" dirty="0">
                <a:ea typeface="+mn-lt"/>
                <a:cs typeface="+mn-lt"/>
              </a:rPr>
              <a:t>Module Federation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Will manage </a:t>
            </a:r>
            <a:r>
              <a:rPr lang="en-US" b="1" dirty="0">
                <a:ea typeface="+mn-lt"/>
                <a:cs typeface="+mn-lt"/>
              </a:rPr>
              <a:t>global application state</a:t>
            </a:r>
            <a:r>
              <a:rPr lang="en-US" dirty="0">
                <a:ea typeface="+mn-lt"/>
                <a:cs typeface="+mn-lt"/>
              </a:rPr>
              <a:t> (theme, authentication, etc.)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Handles </a:t>
            </a:r>
            <a:r>
              <a:rPr lang="en-US" b="1" dirty="0">
                <a:ea typeface="+mn-lt"/>
                <a:cs typeface="+mn-lt"/>
              </a:rPr>
              <a:t>cross-MFE communication</a:t>
            </a:r>
            <a:r>
              <a:rPr lang="en-US" dirty="0">
                <a:ea typeface="+mn-lt"/>
                <a:cs typeface="+mn-lt"/>
              </a:rPr>
              <a:t> through custom events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Persists selected user info or app state in </a:t>
            </a:r>
            <a:r>
              <a:rPr lang="en-US" b="1" dirty="0" err="1">
                <a:ea typeface="+mn-lt"/>
                <a:cs typeface="+mn-lt"/>
              </a:rPr>
              <a:t>localStorage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Manages </a:t>
            </a:r>
            <a:r>
              <a:rPr lang="en-US" b="1" dirty="0">
                <a:ea typeface="+mn-lt"/>
                <a:cs typeface="+mn-lt"/>
              </a:rPr>
              <a:t>lazy loading / error boundaries</a:t>
            </a:r>
            <a:r>
              <a:rPr lang="en-US" dirty="0">
                <a:ea typeface="+mn-lt"/>
                <a:cs typeface="+mn-lt"/>
              </a:rPr>
              <a:t> for MFEs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shared dependencies</a:t>
            </a:r>
            <a:r>
              <a:rPr lang="en-US" dirty="0">
                <a:ea typeface="+mn-lt"/>
                <a:cs typeface="+mn-lt"/>
              </a:rPr>
              <a:t> (React, React DOM, Ant Design, etc.)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Handles </a:t>
            </a:r>
            <a:r>
              <a:rPr lang="en-US" b="1" dirty="0">
                <a:ea typeface="+mn-lt"/>
                <a:cs typeface="+mn-lt"/>
              </a:rPr>
              <a:t>authentication guards / route protection</a:t>
            </a:r>
            <a:r>
              <a:rPr lang="en-US" dirty="0">
                <a:ea typeface="+mn-lt"/>
                <a:cs typeface="+mn-lt"/>
              </a:rPr>
              <a:t> (if required)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Responsible for </a:t>
            </a:r>
            <a:r>
              <a:rPr lang="en-US" b="1" dirty="0">
                <a:ea typeface="+mn-lt"/>
                <a:cs typeface="+mn-lt"/>
              </a:rPr>
              <a:t>deployment orchestration</a:t>
            </a:r>
            <a:r>
              <a:rPr lang="en-US" dirty="0">
                <a:ea typeface="+mn-lt"/>
                <a:cs typeface="+mn-lt"/>
              </a:rPr>
              <a:t> (loading correct remote URLs)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7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7D9D-4D27-8161-9DB8-9312E77E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user-list-micro-frontend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5BD03-BC44-AF93-035B-26F86C0A5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Fetches user data from REST API (or mock API)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debounced search</a:t>
            </a:r>
            <a:r>
              <a:rPr lang="en-US" dirty="0">
                <a:ea typeface="+mn-lt"/>
                <a:cs typeface="+mn-lt"/>
              </a:rPr>
              <a:t> for better performance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Implements </a:t>
            </a:r>
            <a:r>
              <a:rPr lang="en-US" b="1" dirty="0">
                <a:ea typeface="+mn-lt"/>
                <a:cs typeface="+mn-lt"/>
              </a:rPr>
              <a:t>pagination and sorting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Emits </a:t>
            </a:r>
            <a:r>
              <a:rPr lang="en-US" b="1" dirty="0">
                <a:ea typeface="+mn-lt"/>
                <a:cs typeface="+mn-lt"/>
              </a:rPr>
              <a:t>custom event</a:t>
            </a:r>
            <a:r>
              <a:rPr lang="en-US" dirty="0">
                <a:ea typeface="+mn-lt"/>
                <a:cs typeface="+mn-lt"/>
              </a:rPr>
              <a:t> (e.g., </a:t>
            </a:r>
            <a:r>
              <a:rPr lang="en-US" dirty="0" err="1">
                <a:latin typeface="Consolas"/>
              </a:rPr>
              <a:t>userSelected</a:t>
            </a:r>
            <a:r>
              <a:rPr lang="en-US" dirty="0">
                <a:ea typeface="+mn-lt"/>
                <a:cs typeface="+mn-lt"/>
              </a:rPr>
              <a:t>) with user ID to shell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Can </a:t>
            </a:r>
            <a:r>
              <a:rPr lang="en-US" b="1" dirty="0">
                <a:ea typeface="+mn-lt"/>
                <a:cs typeface="+mn-lt"/>
              </a:rPr>
              <a:t>cache user data</a:t>
            </a:r>
            <a:r>
              <a:rPr lang="en-US" dirty="0">
                <a:ea typeface="+mn-lt"/>
                <a:cs typeface="+mn-lt"/>
              </a:rPr>
              <a:t> in </a:t>
            </a:r>
            <a:r>
              <a:rPr lang="en-US" dirty="0" err="1">
                <a:latin typeface="Consolas"/>
              </a:rPr>
              <a:t>localStorage</a:t>
            </a:r>
            <a:r>
              <a:rPr lang="en-US" dirty="0">
                <a:ea typeface="+mn-lt"/>
                <a:cs typeface="+mn-lt"/>
              </a:rPr>
              <a:t> for quick reloads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Is fully </a:t>
            </a:r>
            <a:r>
              <a:rPr lang="en-US" b="1" dirty="0">
                <a:ea typeface="+mn-lt"/>
                <a:cs typeface="+mn-lt"/>
              </a:rPr>
              <a:t>independent</a:t>
            </a:r>
            <a:r>
              <a:rPr lang="en-US" dirty="0">
                <a:ea typeface="+mn-lt"/>
                <a:cs typeface="+mn-lt"/>
              </a:rPr>
              <a:t> — can run standalone for development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Handles </a:t>
            </a:r>
            <a:r>
              <a:rPr lang="en-US" b="1" dirty="0">
                <a:ea typeface="+mn-lt"/>
                <a:cs typeface="+mn-lt"/>
              </a:rPr>
              <a:t>error and loading states</a:t>
            </a:r>
            <a:r>
              <a:rPr lang="en-US" dirty="0">
                <a:ea typeface="+mn-lt"/>
                <a:cs typeface="+mn-lt"/>
              </a:rPr>
              <a:t> gracefully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Optimized with </a:t>
            </a:r>
            <a:r>
              <a:rPr lang="en-US" b="1" dirty="0" err="1">
                <a:ea typeface="+mn-lt"/>
                <a:cs typeface="+mn-lt"/>
              </a:rPr>
              <a:t>React.memo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 err="1">
                <a:ea typeface="+mn-lt"/>
                <a:cs typeface="+mn-lt"/>
              </a:rPr>
              <a:t>useMemo</a:t>
            </a:r>
            <a:r>
              <a:rPr lang="en-US" dirty="0">
                <a:ea typeface="+mn-lt"/>
                <a:cs typeface="+mn-lt"/>
              </a:rPr>
              <a:t> to prevent re-renders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</a:t>
            </a:r>
            <a:r>
              <a:rPr lang="en-US" b="1" dirty="0">
                <a:ea typeface="+mn-lt"/>
                <a:cs typeface="+mn-lt"/>
              </a:rPr>
              <a:t>environment variables</a:t>
            </a:r>
            <a:r>
              <a:rPr lang="en-US" dirty="0">
                <a:ea typeface="+mn-lt"/>
                <a:cs typeface="+mn-lt"/>
              </a:rPr>
              <a:t> for configurable API endpoints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Contains </a:t>
            </a:r>
            <a:r>
              <a:rPr lang="en-US" b="1" dirty="0">
                <a:ea typeface="+mn-lt"/>
                <a:cs typeface="+mn-lt"/>
              </a:rPr>
              <a:t>unit tests</a:t>
            </a:r>
            <a:r>
              <a:rPr lang="en-US" dirty="0">
                <a:ea typeface="+mn-lt"/>
                <a:cs typeface="+mn-lt"/>
              </a:rPr>
              <a:t> for filtering, pagination, and event dispatch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3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C2C9-735B-F133-A22D-507A75C2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user-details-micro-frontend</a:t>
            </a:r>
            <a:endParaRPr lang="en-US" sz="2800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308EE-4069-E39B-D773-C61BAB6FE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Listens for </a:t>
            </a:r>
            <a:r>
              <a:rPr lang="en-US" b="1" dirty="0">
                <a:ea typeface="+mn-lt"/>
                <a:cs typeface="+mn-lt"/>
              </a:rPr>
              <a:t>custom event (</a:t>
            </a:r>
            <a:r>
              <a:rPr lang="en-US" b="1" dirty="0" err="1">
                <a:latin typeface="Consolas"/>
              </a:rPr>
              <a:t>userSelected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to load user details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Fetches user details via API or local cache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Displays structured data (profile info, contact, address, etc.)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Persists last-viewed user in </a:t>
            </a:r>
            <a:r>
              <a:rPr lang="en-US" b="1" dirty="0" err="1">
                <a:ea typeface="+mn-lt"/>
                <a:cs typeface="+mn-lt"/>
              </a:rPr>
              <a:t>localStorage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Manages </a:t>
            </a:r>
            <a:r>
              <a:rPr lang="en-US" b="1" dirty="0">
                <a:ea typeface="+mn-lt"/>
                <a:cs typeface="+mn-lt"/>
              </a:rPr>
              <a:t>own routing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>
                <a:latin typeface="Consolas"/>
              </a:rPr>
              <a:t>/users/:id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Handles </a:t>
            </a:r>
            <a:r>
              <a:rPr lang="en-US" b="1" dirty="0">
                <a:ea typeface="+mn-lt"/>
                <a:cs typeface="+mn-lt"/>
              </a:rPr>
              <a:t>not-found or invalid user states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Can update </a:t>
            </a:r>
            <a:r>
              <a:rPr lang="en-US" b="1" dirty="0">
                <a:ea typeface="+mn-lt"/>
                <a:cs typeface="+mn-lt"/>
              </a:rPr>
              <a:t>user details</a:t>
            </a:r>
            <a:r>
              <a:rPr lang="en-US" dirty="0">
                <a:ea typeface="+mn-lt"/>
                <a:cs typeface="+mn-lt"/>
              </a:rPr>
              <a:t> (if write access is required)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Includes </a:t>
            </a:r>
            <a:r>
              <a:rPr lang="en-US" b="1" dirty="0">
                <a:ea typeface="+mn-lt"/>
                <a:cs typeface="+mn-lt"/>
              </a:rPr>
              <a:t>loading skeletons</a:t>
            </a:r>
            <a:r>
              <a:rPr lang="en-US" dirty="0">
                <a:ea typeface="+mn-lt"/>
                <a:cs typeface="+mn-lt"/>
              </a:rPr>
              <a:t> for better UX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Completely </a:t>
            </a:r>
            <a:r>
              <a:rPr lang="en-US" b="1" dirty="0">
                <a:ea typeface="+mn-lt"/>
                <a:cs typeface="+mn-lt"/>
              </a:rPr>
              <a:t>isolated build</a:t>
            </a:r>
            <a:r>
              <a:rPr lang="en-US" dirty="0">
                <a:ea typeface="+mn-lt"/>
                <a:cs typeface="+mn-lt"/>
              </a:rPr>
              <a:t> — can be deployed independently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9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2832-461F-1AC5-B905-7C82E6B4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Tech Stack</a:t>
            </a:r>
            <a:endParaRPr lang="en-US" sz="32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13F3-C6FB-986A-F895-C6E322D03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750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r>
              <a:rPr lang="en-US" dirty="0">
                <a:ea typeface="+mn-lt"/>
                <a:cs typeface="+mn-lt"/>
              </a:rPr>
              <a:t>Frontend Framework: React 18 + TypeScript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Bundler: Vite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Module Federation Plugin: @originjs/vite-plugin-federation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Routing: React Router v6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Styling: SCSS Modules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State Management: React hooks and props drilling (lightweight communication)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Inter-app Communication: Local Storage + Custom Events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Tooling: </a:t>
            </a:r>
            <a:r>
              <a:rPr lang="en-US" dirty="0" err="1">
                <a:ea typeface="+mn-lt"/>
                <a:cs typeface="+mn-lt"/>
              </a:rPr>
              <a:t>ESLint</a:t>
            </a:r>
            <a:r>
              <a:rPr lang="en-US" dirty="0">
                <a:ea typeface="+mn-lt"/>
                <a:cs typeface="+mn-lt"/>
              </a:rPr>
              <a:t> + Prettier for code quality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5157-8F9F-40D4-283B-4AD4958A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E935C-A395-902B-297B-66B15BB1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2282"/>
            <a:ext cx="10515600" cy="5137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dashboard-shell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b="1" err="1">
                <a:ea typeface="+mn-lt"/>
                <a:cs typeface="+mn-lt"/>
              </a:rPr>
              <a:t>npm</a:t>
            </a:r>
            <a:r>
              <a:rPr lang="en-US" sz="2200" b="1" dirty="0">
                <a:ea typeface="+mn-lt"/>
                <a:cs typeface="+mn-lt"/>
              </a:rPr>
              <a:t> run dev  </a:t>
            </a:r>
            <a:endParaRPr lang="en-US" sz="2200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dirty="0"/>
              <a:t>Output: 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  <a:hlinkClick r:id="rId2"/>
              </a:rPr>
              <a:t>http://localhost:5000/</a:t>
            </a:r>
            <a:endParaRPr lang="en-US" sz="1600" b="1" dirty="0"/>
          </a:p>
          <a:p>
            <a:pPr marL="457200" lvl="1" indent="0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user-list-micro-frontend</a:t>
            </a:r>
            <a:endParaRPr lang="en-US" sz="26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http-server </a:t>
            </a:r>
            <a:r>
              <a:rPr lang="en-US" sz="2000" b="1" dirty="0" err="1">
                <a:ea typeface="+mn-lt"/>
                <a:cs typeface="+mn-lt"/>
              </a:rPr>
              <a:t>dist</a:t>
            </a:r>
            <a:r>
              <a:rPr lang="en-US" sz="2000" b="1" dirty="0">
                <a:ea typeface="+mn-lt"/>
                <a:cs typeface="+mn-lt"/>
              </a:rPr>
              <a:t> -p 5001 -c-1 –</a:t>
            </a:r>
            <a:r>
              <a:rPr lang="en-US" sz="2000" b="1" dirty="0" err="1">
                <a:ea typeface="+mn-lt"/>
                <a:cs typeface="+mn-lt"/>
              </a:rPr>
              <a:t>cors</a:t>
            </a:r>
            <a:endParaRPr lang="en-US" sz="2000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dirty="0"/>
              <a:t>Output: </a:t>
            </a:r>
            <a:r>
              <a:rPr lang="en-US" sz="1600" dirty="0">
                <a:ea typeface="+mn-lt"/>
                <a:cs typeface="+mn-lt"/>
              </a:rPr>
              <a:t>Available on:</a:t>
            </a:r>
            <a:endParaRPr lang="en-US" sz="160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>
                <a:ea typeface="+mn-lt"/>
                <a:cs typeface="+mn-lt"/>
              </a:rPr>
              <a:t>  </a:t>
            </a:r>
            <a:r>
              <a:rPr lang="en-US" sz="16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http://192.168.1.1:5001</a:t>
            </a:r>
            <a:endParaRPr lang="en-US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>
                <a:ea typeface="+mn-lt"/>
                <a:cs typeface="+mn-lt"/>
              </a:rPr>
              <a:t>  </a:t>
            </a:r>
            <a:r>
              <a:rPr lang="en-US" sz="1600" dirty="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http://127.0.0.1:5001</a:t>
            </a:r>
            <a:endParaRPr lang="en-US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sz="1600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user-details-micro-frontend</a:t>
            </a:r>
            <a:endParaRPr lang="en-US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http-server </a:t>
            </a:r>
            <a:r>
              <a:rPr lang="en-US" sz="2000" b="1" dirty="0" err="1">
                <a:ea typeface="+mn-lt"/>
                <a:cs typeface="+mn-lt"/>
              </a:rPr>
              <a:t>dist</a:t>
            </a:r>
            <a:r>
              <a:rPr lang="en-US" sz="2000" b="1" dirty="0">
                <a:ea typeface="+mn-lt"/>
                <a:cs typeface="+mn-lt"/>
              </a:rPr>
              <a:t> -p 5002 -c-1 –</a:t>
            </a:r>
            <a:r>
              <a:rPr lang="en-US" sz="2000" b="1" dirty="0" err="1">
                <a:ea typeface="+mn-lt"/>
                <a:cs typeface="+mn-lt"/>
              </a:rPr>
              <a:t>cors</a:t>
            </a:r>
            <a:endParaRPr lang="en-US" sz="2000" b="1" dirty="0">
              <a:ea typeface="+mn-lt"/>
              <a:cs typeface="+mn-lt"/>
            </a:endParaRPr>
          </a:p>
          <a:p>
            <a:pPr marL="685800" lvl="1">
              <a:spcBef>
                <a:spcPts val="500"/>
              </a:spcBef>
              <a:buFont typeface="Courier New,monospace" panose="020B0604020202020204" pitchFamily="34" charset="0"/>
              <a:buChar char="o"/>
            </a:pPr>
            <a:r>
              <a:rPr lang="en-US" sz="1600" b="1" dirty="0">
                <a:solidFill>
                  <a:srgbClr val="000000"/>
                </a:solidFill>
              </a:rPr>
              <a:t>Output: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Available on:</a:t>
            </a:r>
          </a:p>
          <a:p>
            <a:pPr lvl="2"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http://192.168.1.1:500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2</a:t>
            </a:r>
          </a:p>
          <a:p>
            <a:pPr lvl="2"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5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92D4AA-12FF-F67E-501B-110C6E844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916" y="1246908"/>
            <a:ext cx="1006016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12BB4-A868-898C-C583-3C18A4C485A7}"/>
              </a:ext>
            </a:extLst>
          </p:cNvPr>
          <p:cNvSpPr txBox="1"/>
          <p:nvPr/>
        </p:nvSpPr>
        <p:spPr>
          <a:xfrm>
            <a:off x="1512098" y="57123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19066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user list&#10;&#10;AI-generated content may be incorrect.">
            <a:extLst>
              <a:ext uri="{FF2B5EF4-FFF2-40B4-BE49-F238E27FC236}">
                <a16:creationId xmlns:a16="http://schemas.microsoft.com/office/drawing/2014/main" id="{D9B877B8-B6C9-FFEF-1E50-4B95B7E0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8" y="913466"/>
            <a:ext cx="12192000" cy="5949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B41D3-6573-553E-22B3-86C50F034414}"/>
              </a:ext>
            </a:extLst>
          </p:cNvPr>
          <p:cNvSpPr txBox="1"/>
          <p:nvPr/>
        </p:nvSpPr>
        <p:spPr>
          <a:xfrm>
            <a:off x="840054" y="453629"/>
            <a:ext cx="528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User Lists (On click of User List)</a:t>
            </a:r>
          </a:p>
        </p:txBody>
      </p:sp>
    </p:spTree>
    <p:extLst>
      <p:ext uri="{BB962C8B-B14F-4D97-AF65-F5344CB8AC3E}">
        <p14:creationId xmlns:p14="http://schemas.microsoft.com/office/powerpoint/2010/main" val="383352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DDE76D-0038-150F-3027-15EEE00D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081"/>
            <a:ext cx="12192000" cy="6064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273F01-16EF-6C94-1041-6668DBC1B17A}"/>
              </a:ext>
            </a:extLst>
          </p:cNvPr>
          <p:cNvSpPr txBox="1"/>
          <p:nvPr/>
        </p:nvSpPr>
        <p:spPr>
          <a:xfrm>
            <a:off x="5039" y="257611"/>
            <a:ext cx="40430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 click of 'User </a:t>
            </a:r>
            <a:r>
              <a:rPr lang="en-US" dirty="0" err="1"/>
              <a:t>Details'button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35287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61DA-0416-D7EF-65BE-D89BBD04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On click of EDIT in 'User Details' section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FEA8A0-9DFB-5E16-145B-DF0FCC50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038" y="1691345"/>
            <a:ext cx="9198708" cy="451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5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0EA9-1FA2-EF23-CE73-003BF2FF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94" y="4995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Deployed in </a:t>
            </a:r>
            <a:r>
              <a:rPr lang="en-US" dirty="0" err="1"/>
              <a:t>vercel</a:t>
            </a:r>
            <a:br>
              <a:rPr lang="en-US" dirty="0"/>
            </a:br>
            <a:br>
              <a:rPr lang="en-US" dirty="0"/>
            </a:br>
            <a:r>
              <a:rPr lang="en-US" sz="3200" i="1" dirty="0">
                <a:solidFill>
                  <a:schemeClr val="accent4"/>
                </a:solidFill>
                <a:ea typeface="+mj-lt"/>
                <a:cs typeface="+mj-lt"/>
              </a:rPr>
              <a:t>https://mfe-user-management-system-erwz8peji-maumita-sarkars-projects.vercel.app/</a:t>
            </a:r>
            <a:endParaRPr lang="en-US" sz="3200" i="1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1839F-4CE2-58F5-FE63-99D36561A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94" y="27781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First import the git project to </a:t>
            </a:r>
            <a:r>
              <a:rPr lang="en-US" dirty="0" err="1"/>
              <a:t>Vercel</a:t>
            </a:r>
            <a:r>
              <a:rPr lang="en-US" dirty="0"/>
              <a:t>.</a:t>
            </a:r>
          </a:p>
          <a:p>
            <a:r>
              <a:rPr lang="en-US" dirty="0"/>
              <a:t>Vercel Dashboard </a:t>
            </a:r>
            <a:r>
              <a:rPr lang="en-US" b="1" dirty="0"/>
              <a:t>&gt;</a:t>
            </a:r>
            <a:r>
              <a:rPr lang="en-US" dirty="0"/>
              <a:t> </a:t>
            </a:r>
            <a:r>
              <a:rPr lang="en-US" dirty="0">
                <a:ea typeface="+mn-lt"/>
                <a:cs typeface="+mn-lt"/>
              </a:rPr>
              <a:t>Go to </a:t>
            </a:r>
            <a:r>
              <a:rPr lang="en-US" b="1" dirty="0">
                <a:ea typeface="+mn-lt"/>
                <a:cs typeface="+mn-lt"/>
              </a:rPr>
              <a:t>Project Settings → Build &amp; Development Settings &gt;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Build Command: </a:t>
            </a:r>
            <a:r>
              <a:rPr lang="en-US" err="1">
                <a:ea typeface="+mn-lt"/>
                <a:cs typeface="+mn-lt"/>
              </a:rPr>
              <a:t>npm</a:t>
            </a:r>
            <a:r>
              <a:rPr lang="en-US">
                <a:ea typeface="+mn-lt"/>
                <a:cs typeface="+mn-lt"/>
              </a:rPr>
              <a:t> run build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Output Directory: </a:t>
            </a:r>
            <a:r>
              <a:rPr lang="en-US" dirty="0" err="1">
                <a:ea typeface="+mn-lt"/>
                <a:cs typeface="+mn-lt"/>
              </a:rPr>
              <a:t>dist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Root Directory</a:t>
            </a:r>
            <a:r>
              <a:rPr lang="en-US" dirty="0">
                <a:ea typeface="+mn-lt"/>
                <a:cs typeface="+mn-lt"/>
              </a:rPr>
              <a:t> = </a:t>
            </a:r>
            <a:r>
              <a:rPr lang="en-US" dirty="0">
                <a:latin typeface="Aptos"/>
                <a:ea typeface="+mn-lt"/>
                <a:cs typeface="+mn-lt"/>
              </a:rPr>
              <a:t> </a:t>
            </a:r>
            <a:r>
              <a:rPr lang="en-US" dirty="0">
                <a:latin typeface="Consolas"/>
                <a:ea typeface="+mn-lt"/>
                <a:cs typeface="+mn-lt"/>
              </a:rPr>
              <a:t>dashboard-shell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81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FCB3B6-1DFC-7BE7-B22D-462B9514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175"/>
            <a:ext cx="12192000" cy="608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46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This repository demonstrates a Micro-Frontend (MFE) architecture using Vite + React 18 + Module Federation.   The project includes three micro apps:</vt:lpstr>
      <vt:lpstr>dashboard-shell</vt:lpstr>
      <vt:lpstr>user-list-micro-frontend</vt:lpstr>
      <vt:lpstr>user-details-micro-frontend</vt:lpstr>
      <vt:lpstr>Tech Stack</vt:lpstr>
      <vt:lpstr>How to run?</vt:lpstr>
      <vt:lpstr>PowerPoint Presentation</vt:lpstr>
      <vt:lpstr>PowerPoint Presentation</vt:lpstr>
      <vt:lpstr>PowerPoint Presentation</vt:lpstr>
      <vt:lpstr>On click of EDIT in 'User Details' section</vt:lpstr>
      <vt:lpstr>Deployed in vercel  https://mfe-user-management-system-erwz8peji-maumita-sarkars-projects.vercel.app/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205</cp:revision>
  <dcterms:created xsi:type="dcterms:W3CDTF">2025-11-09T11:42:07Z</dcterms:created>
  <dcterms:modified xsi:type="dcterms:W3CDTF">2025-11-10T06:01:25Z</dcterms:modified>
</cp:coreProperties>
</file>